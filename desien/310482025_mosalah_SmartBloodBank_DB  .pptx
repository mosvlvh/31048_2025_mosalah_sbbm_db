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9"/>
  </p:notesMasterIdLst>
  <p:handoutMasterIdLst>
    <p:handoutMasterId r:id="rId10"/>
  </p:handoutMasterIdLst>
  <p:sldIdLst>
    <p:sldId id="442" r:id="rId5"/>
    <p:sldId id="443" r:id="rId6"/>
    <p:sldId id="444" r:id="rId7"/>
    <p:sldId id="4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C9AB4-5B66-4CCC-8CA4-6331514AFE07}" v="311" dt="2026-07-09T15:24:23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595515"/>
            <a:ext cx="4800600" cy="2987158"/>
          </a:xfrm>
        </p:spPr>
        <p:txBody>
          <a:bodyPr/>
          <a:lstStyle/>
          <a:p>
            <a:r>
              <a:rPr lang="en-US" sz="5400"/>
              <a:t>Smart blood bank </a:t>
            </a:r>
            <a:r>
              <a:rPr lang="en-US" sz="5400" err="1"/>
              <a:t>managment</a:t>
            </a:r>
            <a:endParaRPr lang="en-US" sz="54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/>
          <a:lstStyle/>
          <a:p>
            <a:r>
              <a:rPr lang="en-US"/>
              <a:t>Mohammed salah</a:t>
            </a:r>
          </a:p>
          <a:p>
            <a:r>
              <a:rPr lang="en-US"/>
              <a:t>31048/2025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97AC-6888-F710-75BD-78EE8DC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/>
          <a:p>
            <a:r>
              <a:rPr lang="en-US"/>
              <a:t>Final projict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ECE6-977B-A4D0-B58B-02D3731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477" y="837739"/>
            <a:ext cx="9942409" cy="87619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Problem Definition &amp; Context</a:t>
            </a:r>
            <a:endParaRPr lang="en-US">
              <a:latin typeface="Century Gothic"/>
              <a:ea typeface="STXingkai"/>
              <a:cs typeface="DaunPenh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AB08B-4D30-6C35-2F25-4D5EE9E7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594AB-06F9-F64A-B554-E8EB48F5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5D89A-B864-D27E-403D-FB392D4D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86F64-8EAC-1574-F35A-88DA9B59E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952171"/>
            <a:ext cx="9942409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i="1">
                <a:latin typeface="Calibri"/>
                <a:ea typeface="Calibri"/>
                <a:cs typeface="Calibri"/>
              </a:rPr>
              <a:t>Current Challenge:</a:t>
            </a:r>
            <a:r>
              <a:rPr lang="en-US">
                <a:latin typeface="Calibri"/>
                <a:ea typeface="Calibri"/>
                <a:cs typeface="Calibri"/>
              </a:rPr>
              <a:t> Traditional blood banking relies on fragmented, manual tracking, causing critical delays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and communication gaps between donors, blood banks, and hospitals.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i="1">
                <a:latin typeface="Calibri"/>
                <a:ea typeface="Calibri"/>
                <a:cs typeface="Calibri"/>
              </a:rPr>
              <a:t>The Problem:</a:t>
            </a:r>
            <a:r>
              <a:rPr lang="en-US">
                <a:latin typeface="Calibri"/>
                <a:ea typeface="Calibri"/>
                <a:cs typeface="Calibri"/>
              </a:rPr>
              <a:t>  Blood components have rigid expiration periods 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(e.g., platelets expire in 5–7 days). Poor monitoring leads to high wastage rates of rare blood types.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i="1">
                <a:latin typeface="Calibri"/>
                <a:ea typeface="Calibri"/>
                <a:cs typeface="Calibri"/>
              </a:rPr>
              <a:t>During emergencies:</a:t>
            </a:r>
            <a:r>
              <a:rPr lang="en-US">
                <a:latin typeface="Calibri"/>
                <a:ea typeface="Calibri"/>
                <a:cs typeface="Calibri"/>
              </a:rPr>
              <a:t> finding a matching, safe blood unit or locating an active donor instantly can be challenging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and life-threatening.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i="1">
                <a:latin typeface="Calibri"/>
                <a:ea typeface="Calibri"/>
                <a:cs typeface="Calibri"/>
              </a:rPr>
              <a:t>The Solution:</a:t>
            </a:r>
            <a:r>
              <a:rPr lang="en-US" sz="1600" b="1" i="1" dirty="0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A centralized Oracle Database system that automates inventory logs, ensures testing compliance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, and implements smart matching algorithms to optimize blood distribution.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04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A1EA-C50A-049F-15AA-2C15647C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48" y="670824"/>
            <a:ext cx="9942409" cy="87619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Target Users &amp; Project Objectives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C083F-FC40-0A96-950C-1D4534DD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4A38-C8C2-3ADA-0AE0-9306FA97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F300B-0BC2-B7E6-C29F-702B4B67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A0E50-E90E-7A6C-61E3-889DEE3A4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778000"/>
            <a:ext cx="9942409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Target Users (System Actors):</a:t>
            </a:r>
            <a:endParaRPr lang="en-US" sz="1600" u="sng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Blood Bank Admins:</a:t>
            </a:r>
            <a:r>
              <a:rPr lang="en-US" sz="1200" i="1" dirty="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To oversee inventory levels, blood testing, and track expiration dates.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Hospitals:</a:t>
            </a:r>
            <a:r>
              <a:rPr lang="en-US" sz="1200">
                <a:ea typeface="+mn-lt"/>
                <a:cs typeface="+mn-lt"/>
              </a:rPr>
              <a:t> To check real-time stock availability and place urgent blood requests.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Donors:</a:t>
            </a:r>
            <a:r>
              <a:rPr lang="en-US" sz="1200">
                <a:ea typeface="+mn-lt"/>
                <a:cs typeface="+mn-lt"/>
              </a:rPr>
              <a:t> To register, track donation eligibility, and receive urgent blood drive alerts.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Project Objectives:</a:t>
            </a:r>
            <a:endParaRPr lang="en-US" sz="1600" u="sng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Design a fully normalized 3NF database schema ensuring zero redundancy.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Build PL/SQL business rules to automatically block unsafe or expired blood units.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 robust auditing and security to track all database activities and user access.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3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E7A9-47F0-290A-0E10-92380BA1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05" y="736139"/>
            <a:ext cx="9942409" cy="58590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Expected Benefits &amp; Innovation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1D581-89FD-842D-5703-A914F095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6D203-709E-6EB6-C3C9-30A16900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BB962-57D5-7AE8-6160-5D8E9FE9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07F4D-2B84-D1CD-FBB7-92DEE11B4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516743"/>
            <a:ext cx="9949666" cy="4820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Expected Benefits:</a:t>
            </a:r>
            <a:endParaRPr lang="en-US" sz="1600" u="sng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Zero Wastage:</a:t>
            </a:r>
            <a:r>
              <a:rPr lang="en-US">
                <a:ea typeface="+mn-lt"/>
                <a:cs typeface="+mn-lt"/>
              </a:rPr>
              <a:t> Minimizing expired inventory through automated First-Expired, First-Out (FEFO)</a:t>
            </a:r>
          </a:p>
          <a:p>
            <a:r>
              <a:rPr lang="en-US">
                <a:ea typeface="+mn-lt"/>
                <a:cs typeface="+mn-lt"/>
              </a:rPr>
              <a:t> tracking.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Rapid Response:</a:t>
            </a:r>
            <a:r>
              <a:rPr lang="en-US">
                <a:ea typeface="+mn-lt"/>
                <a:cs typeface="+mn-lt"/>
              </a:rPr>
              <a:t> Reducing blood matching and dispatch time during life-or-death emergencies.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 b="1" i="1">
                <a:ea typeface="+mn-lt"/>
                <a:cs typeface="+mn-lt"/>
              </a:rPr>
              <a:t>Safety Guaranteed:</a:t>
            </a:r>
            <a:r>
              <a:rPr lang="en-US">
                <a:ea typeface="+mn-lt"/>
                <a:cs typeface="+mn-lt"/>
              </a:rPr>
              <a:t> Ensuring no blood unit is released unless it is marked 100% safe</a:t>
            </a:r>
          </a:p>
          <a:p>
            <a:r>
              <a:rPr lang="en-US">
                <a:ea typeface="+mn-lt"/>
                <a:cs typeface="+mn-lt"/>
              </a:rPr>
              <a:t> by laboratory testing.</a:t>
            </a:r>
            <a:endParaRPr lang="en-US"/>
          </a:p>
          <a:p>
            <a:r>
              <a:rPr lang="en-US" sz="1600" b="1" u="sng">
                <a:ea typeface="+mn-lt"/>
                <a:cs typeface="+mn-lt"/>
              </a:rPr>
              <a:t>Innovation Component:</a:t>
            </a:r>
            <a:endParaRPr lang="en-US" sz="1600" u="sng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Integrating an interactive analytical dashboard </a:t>
            </a:r>
          </a:p>
          <a:p>
            <a:r>
              <a:rPr lang="en-US">
                <a:ea typeface="+mn-lt"/>
                <a:cs typeface="+mn-lt"/>
              </a:rPr>
              <a:t>(using Power BI or Oracle APEX) to visualize real-time inventory levels, dynamic donation trends,</a:t>
            </a:r>
          </a:p>
          <a:p>
            <a:r>
              <a:rPr lang="en-US">
                <a:ea typeface="+mn-lt"/>
                <a:cs typeface="+mn-lt"/>
              </a:rPr>
              <a:t> and critical shortage alerts.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57744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Film burn</vt:lpstr>
      <vt:lpstr>Smart blood bank managment</vt:lpstr>
      <vt:lpstr>Problem Definition &amp; Context</vt:lpstr>
      <vt:lpstr>Target Users &amp; Project Objectives</vt:lpstr>
      <vt:lpstr>Expected Benefits &amp; Innovation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</cp:revision>
  <dcterms:created xsi:type="dcterms:W3CDTF">2026-07-09T15:00:08Z</dcterms:created>
  <dcterms:modified xsi:type="dcterms:W3CDTF">2026-07-09T15:26:58Z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